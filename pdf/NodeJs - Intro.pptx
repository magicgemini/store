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15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568D64-4440-4C6D-BCE3-670A061B7C9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B826E9C-EE1A-4D2C-ACBF-A23579E2D928}">
      <dgm:prSet/>
      <dgm:spPr/>
      <dgm:t>
        <a:bodyPr/>
        <a:lstStyle/>
        <a:p>
          <a:pPr rtl="0"/>
          <a:r>
            <a:rPr lang="zh-CN" dirty="0" smtClean="0"/>
            <a:t>请求方法判断</a:t>
          </a:r>
          <a:endParaRPr lang="zh-CN" dirty="0"/>
        </a:p>
      </dgm:t>
    </dgm:pt>
    <dgm:pt modelId="{3357391A-AB83-4F7B-BA63-D1861D5E4F52}" type="parTrans" cxnId="{19F9DD97-F632-4D42-9920-46F6C1B2E682}">
      <dgm:prSet/>
      <dgm:spPr/>
      <dgm:t>
        <a:bodyPr/>
        <a:lstStyle/>
        <a:p>
          <a:endParaRPr lang="zh-CN" altLang="en-US"/>
        </a:p>
      </dgm:t>
    </dgm:pt>
    <dgm:pt modelId="{96CF5A50-4AF6-4999-AAA9-BA5925B76971}" type="sibTrans" cxnId="{19F9DD97-F632-4D42-9920-46F6C1B2E682}">
      <dgm:prSet/>
      <dgm:spPr/>
      <dgm:t>
        <a:bodyPr/>
        <a:lstStyle/>
        <a:p>
          <a:endParaRPr lang="zh-CN" altLang="en-US"/>
        </a:p>
      </dgm:t>
    </dgm:pt>
    <dgm:pt modelId="{82282938-84F2-44C9-A319-EB61380D2EF1}">
      <dgm:prSet/>
      <dgm:spPr/>
      <dgm:t>
        <a:bodyPr/>
        <a:lstStyle/>
        <a:p>
          <a:pPr rtl="0"/>
          <a:r>
            <a:rPr lang="en-US" dirty="0" smtClean="0"/>
            <a:t>URL</a:t>
          </a:r>
          <a:r>
            <a:rPr lang="zh-CN" altLang="en-US" dirty="0" smtClean="0"/>
            <a:t>上的</a:t>
          </a:r>
          <a:r>
            <a:rPr lang="en-US" altLang="zh-CN" dirty="0" smtClean="0"/>
            <a:t>path</a:t>
          </a:r>
          <a:r>
            <a:rPr lang="zh-CN" dirty="0" smtClean="0"/>
            <a:t>解析</a:t>
          </a:r>
          <a:endParaRPr lang="zh-CN" dirty="0"/>
        </a:p>
      </dgm:t>
    </dgm:pt>
    <dgm:pt modelId="{7A830DB7-E17C-4775-A99A-21419DEF4D72}" type="parTrans" cxnId="{75FD463B-7CDE-4FAE-A7D5-13E224086AF2}">
      <dgm:prSet/>
      <dgm:spPr/>
      <dgm:t>
        <a:bodyPr/>
        <a:lstStyle/>
        <a:p>
          <a:endParaRPr lang="zh-CN" altLang="en-US"/>
        </a:p>
      </dgm:t>
    </dgm:pt>
    <dgm:pt modelId="{58558D97-1C01-4B14-97A3-E1EA0DF545C0}" type="sibTrans" cxnId="{75FD463B-7CDE-4FAE-A7D5-13E224086AF2}">
      <dgm:prSet/>
      <dgm:spPr/>
      <dgm:t>
        <a:bodyPr/>
        <a:lstStyle/>
        <a:p>
          <a:endParaRPr lang="zh-CN" altLang="en-US"/>
        </a:p>
      </dgm:t>
    </dgm:pt>
    <dgm:pt modelId="{14E62DD7-6930-4613-9E39-DBDBBCF8248D}">
      <dgm:prSet/>
      <dgm:spPr/>
      <dgm:t>
        <a:bodyPr/>
        <a:lstStyle/>
        <a:p>
          <a:pPr rtl="0"/>
          <a:r>
            <a:rPr lang="en-US" dirty="0" smtClean="0"/>
            <a:t>URL</a:t>
          </a:r>
          <a:r>
            <a:rPr lang="zh-CN" altLang="en-US" dirty="0" smtClean="0"/>
            <a:t>上的</a:t>
          </a:r>
          <a:r>
            <a:rPr lang="en-US" altLang="zh-CN" dirty="0" smtClean="0"/>
            <a:t>query</a:t>
          </a:r>
          <a:r>
            <a:rPr lang="zh-CN" dirty="0" smtClean="0"/>
            <a:t>解析</a:t>
          </a:r>
          <a:endParaRPr lang="zh-CN" dirty="0"/>
        </a:p>
      </dgm:t>
    </dgm:pt>
    <dgm:pt modelId="{0D645A38-30C6-4C8D-BE09-A89BE3A7A894}" type="parTrans" cxnId="{AB2B849A-D844-40BE-BD80-F504E7F3DFDB}">
      <dgm:prSet/>
      <dgm:spPr/>
      <dgm:t>
        <a:bodyPr/>
        <a:lstStyle/>
        <a:p>
          <a:endParaRPr lang="zh-CN" altLang="en-US"/>
        </a:p>
      </dgm:t>
    </dgm:pt>
    <dgm:pt modelId="{0E5B4B53-8411-4481-A51E-EE8937622876}" type="sibTrans" cxnId="{AB2B849A-D844-40BE-BD80-F504E7F3DFDB}">
      <dgm:prSet/>
      <dgm:spPr/>
      <dgm:t>
        <a:bodyPr/>
        <a:lstStyle/>
        <a:p>
          <a:endParaRPr lang="zh-CN" altLang="en-US"/>
        </a:p>
      </dgm:t>
    </dgm:pt>
    <dgm:pt modelId="{047BE353-CCB6-4B1C-A99F-44C9A8523D99}">
      <dgm:prSet/>
      <dgm:spPr/>
      <dgm:t>
        <a:bodyPr/>
        <a:lstStyle/>
        <a:p>
          <a:pPr rtl="0"/>
          <a:r>
            <a:rPr lang="en-US" smtClean="0"/>
            <a:t>Cookie</a:t>
          </a:r>
          <a:r>
            <a:rPr lang="zh-CN" smtClean="0"/>
            <a:t>解析</a:t>
          </a:r>
          <a:endParaRPr lang="zh-CN"/>
        </a:p>
      </dgm:t>
    </dgm:pt>
    <dgm:pt modelId="{ADE3D593-061C-4920-81D0-2A9A3A2F056D}" type="parTrans" cxnId="{92BFEA71-A215-47CA-8DD9-EC69DD9768FB}">
      <dgm:prSet/>
      <dgm:spPr/>
      <dgm:t>
        <a:bodyPr/>
        <a:lstStyle/>
        <a:p>
          <a:endParaRPr lang="zh-CN" altLang="en-US"/>
        </a:p>
      </dgm:t>
    </dgm:pt>
    <dgm:pt modelId="{B612767D-89B2-46C5-9026-CCC208F19357}" type="sibTrans" cxnId="{92BFEA71-A215-47CA-8DD9-EC69DD9768FB}">
      <dgm:prSet/>
      <dgm:spPr/>
      <dgm:t>
        <a:bodyPr/>
        <a:lstStyle/>
        <a:p>
          <a:endParaRPr lang="zh-CN" altLang="en-US"/>
        </a:p>
      </dgm:t>
    </dgm:pt>
    <dgm:pt modelId="{855DB93B-3A3F-4EA8-8EE5-C503A8D98005}">
      <dgm:prSet/>
      <dgm:spPr/>
      <dgm:t>
        <a:bodyPr/>
        <a:lstStyle/>
        <a:p>
          <a:pPr rtl="0"/>
          <a:r>
            <a:rPr lang="en-US" smtClean="0"/>
            <a:t>Session</a:t>
          </a:r>
          <a:r>
            <a:rPr lang="zh-CN" smtClean="0"/>
            <a:t>会话</a:t>
          </a:r>
          <a:endParaRPr lang="zh-CN"/>
        </a:p>
      </dgm:t>
    </dgm:pt>
    <dgm:pt modelId="{FEF534A6-CED9-47D0-B732-A0D86D0AABBA}" type="parTrans" cxnId="{FC78005D-CBCE-4AA1-AEBA-2213332E21CB}">
      <dgm:prSet/>
      <dgm:spPr/>
      <dgm:t>
        <a:bodyPr/>
        <a:lstStyle/>
        <a:p>
          <a:endParaRPr lang="zh-CN" altLang="en-US"/>
        </a:p>
      </dgm:t>
    </dgm:pt>
    <dgm:pt modelId="{AC69085C-074E-4581-992A-7A517C6D14D8}" type="sibTrans" cxnId="{FC78005D-CBCE-4AA1-AEBA-2213332E21CB}">
      <dgm:prSet/>
      <dgm:spPr/>
      <dgm:t>
        <a:bodyPr/>
        <a:lstStyle/>
        <a:p>
          <a:endParaRPr lang="zh-CN" altLang="en-US"/>
        </a:p>
      </dgm:t>
    </dgm:pt>
    <dgm:pt modelId="{4A6B0BD6-F08A-4965-80BA-3DAD1E440282}">
      <dgm:prSet/>
      <dgm:spPr/>
      <dgm:t>
        <a:bodyPr/>
        <a:lstStyle/>
        <a:p>
          <a:pPr rtl="0"/>
          <a:r>
            <a:rPr lang="en-US" smtClean="0"/>
            <a:t>Basic</a:t>
          </a:r>
          <a:r>
            <a:rPr lang="zh-CN" smtClean="0"/>
            <a:t>认证</a:t>
          </a:r>
          <a:endParaRPr lang="zh-CN"/>
        </a:p>
      </dgm:t>
    </dgm:pt>
    <dgm:pt modelId="{8DACEC42-E647-4577-B04F-4730A17F03F2}" type="parTrans" cxnId="{7847B713-7813-48E1-B042-DF2DE030D51D}">
      <dgm:prSet/>
      <dgm:spPr/>
      <dgm:t>
        <a:bodyPr/>
        <a:lstStyle/>
        <a:p>
          <a:endParaRPr lang="zh-CN" altLang="en-US"/>
        </a:p>
      </dgm:t>
    </dgm:pt>
    <dgm:pt modelId="{89FC024B-047E-43C1-9693-C7792B9E9F91}" type="sibTrans" cxnId="{7847B713-7813-48E1-B042-DF2DE030D51D}">
      <dgm:prSet/>
      <dgm:spPr/>
      <dgm:t>
        <a:bodyPr/>
        <a:lstStyle/>
        <a:p>
          <a:endParaRPr lang="zh-CN" altLang="en-US"/>
        </a:p>
      </dgm:t>
    </dgm:pt>
    <dgm:pt modelId="{50231544-6E22-4670-A17A-657F06E6FD8B}">
      <dgm:prSet/>
      <dgm:spPr/>
      <dgm:t>
        <a:bodyPr/>
        <a:lstStyle/>
        <a:p>
          <a:pPr rtl="0"/>
          <a:r>
            <a:rPr lang="zh-CN" smtClean="0"/>
            <a:t>表单数据解析</a:t>
          </a:r>
          <a:endParaRPr lang="zh-CN"/>
        </a:p>
      </dgm:t>
    </dgm:pt>
    <dgm:pt modelId="{9C831881-BF23-4BB8-B48A-95C0B3A9CD36}" type="parTrans" cxnId="{EC76EC9A-F29C-452B-A004-4787EB16BB8A}">
      <dgm:prSet/>
      <dgm:spPr/>
      <dgm:t>
        <a:bodyPr/>
        <a:lstStyle/>
        <a:p>
          <a:endParaRPr lang="zh-CN" altLang="en-US"/>
        </a:p>
      </dgm:t>
    </dgm:pt>
    <dgm:pt modelId="{28CB6102-1556-4E72-8EC0-952A242C78C7}" type="sibTrans" cxnId="{EC76EC9A-F29C-452B-A004-4787EB16BB8A}">
      <dgm:prSet/>
      <dgm:spPr/>
      <dgm:t>
        <a:bodyPr/>
        <a:lstStyle/>
        <a:p>
          <a:endParaRPr lang="zh-CN" altLang="en-US"/>
        </a:p>
      </dgm:t>
    </dgm:pt>
    <dgm:pt modelId="{40F17834-769D-49A1-8539-06D5A4D30F6B}">
      <dgm:prSet/>
      <dgm:spPr/>
      <dgm:t>
        <a:bodyPr/>
        <a:lstStyle/>
        <a:p>
          <a:pPr rtl="0"/>
          <a:r>
            <a:rPr lang="en-US" altLang="zh-CN" dirty="0" smtClean="0"/>
            <a:t>JSON</a:t>
          </a:r>
          <a:r>
            <a:rPr lang="zh-CN" altLang="en-US" dirty="0" smtClean="0"/>
            <a:t>格式的数据</a:t>
          </a:r>
          <a:endParaRPr lang="en-US" altLang="zh-CN" dirty="0" smtClean="0"/>
        </a:p>
      </dgm:t>
    </dgm:pt>
    <dgm:pt modelId="{14B65948-7559-44F3-948B-C4F028278814}" type="parTrans" cxnId="{61DECDE9-96B4-4F80-B26E-723037C25FA7}">
      <dgm:prSet/>
      <dgm:spPr/>
      <dgm:t>
        <a:bodyPr/>
        <a:lstStyle/>
        <a:p>
          <a:endParaRPr lang="zh-CN" altLang="en-US"/>
        </a:p>
      </dgm:t>
    </dgm:pt>
    <dgm:pt modelId="{C3131D7B-BD63-4CDC-97BB-2D753F6DC577}" type="sibTrans" cxnId="{61DECDE9-96B4-4F80-B26E-723037C25FA7}">
      <dgm:prSet/>
      <dgm:spPr/>
      <dgm:t>
        <a:bodyPr/>
        <a:lstStyle/>
        <a:p>
          <a:endParaRPr lang="zh-CN" altLang="en-US"/>
        </a:p>
      </dgm:t>
    </dgm:pt>
    <dgm:pt modelId="{3FC26F62-E7DA-4A7B-A869-9FE38EA5B774}">
      <dgm:prSet/>
      <dgm:spPr/>
      <dgm:t>
        <a:bodyPr/>
        <a:lstStyle/>
        <a:p>
          <a:pPr rtl="0"/>
          <a:r>
            <a:rPr lang="en-US" altLang="zh-CN" dirty="0" smtClean="0"/>
            <a:t>Xml</a:t>
          </a:r>
          <a:r>
            <a:rPr lang="zh-CN" altLang="en-US" dirty="0" smtClean="0"/>
            <a:t>格式的数据</a:t>
          </a:r>
          <a:endParaRPr lang="en-US" altLang="zh-CN" dirty="0" smtClean="0"/>
        </a:p>
      </dgm:t>
    </dgm:pt>
    <dgm:pt modelId="{DE0505E7-AE40-4554-8182-8E8B4A52F1D9}" type="parTrans" cxnId="{C3139335-7F08-47B1-BAC8-F3CF9A105EC6}">
      <dgm:prSet/>
      <dgm:spPr/>
      <dgm:t>
        <a:bodyPr/>
        <a:lstStyle/>
        <a:p>
          <a:endParaRPr lang="zh-CN" altLang="en-US"/>
        </a:p>
      </dgm:t>
    </dgm:pt>
    <dgm:pt modelId="{92913382-0A83-4EDA-A15B-9648E65F12B5}" type="sibTrans" cxnId="{C3139335-7F08-47B1-BAC8-F3CF9A105EC6}">
      <dgm:prSet/>
      <dgm:spPr/>
      <dgm:t>
        <a:bodyPr/>
        <a:lstStyle/>
        <a:p>
          <a:endParaRPr lang="zh-CN" altLang="en-US"/>
        </a:p>
      </dgm:t>
    </dgm:pt>
    <dgm:pt modelId="{9660B951-2A2A-44C1-B915-844062068CAC}">
      <dgm:prSet/>
      <dgm:spPr/>
      <dgm:t>
        <a:bodyPr/>
        <a:lstStyle/>
        <a:p>
          <a:pPr rtl="0"/>
          <a:r>
            <a:rPr lang="zh-CN" altLang="en-US" dirty="0" smtClean="0"/>
            <a:t>附件上传</a:t>
          </a:r>
          <a:endParaRPr lang="en-US" altLang="zh-CN" dirty="0" smtClean="0"/>
        </a:p>
      </dgm:t>
    </dgm:pt>
    <dgm:pt modelId="{D96CE1F1-1F44-4BB2-B76D-1BFBCE0DA056}" type="parTrans" cxnId="{CD7EF413-F5B8-4FC1-929B-1CCED6CB5C70}">
      <dgm:prSet/>
      <dgm:spPr/>
      <dgm:t>
        <a:bodyPr/>
        <a:lstStyle/>
        <a:p>
          <a:endParaRPr lang="zh-CN" altLang="en-US"/>
        </a:p>
      </dgm:t>
    </dgm:pt>
    <dgm:pt modelId="{25593D5B-7B16-4F07-A6F3-C26C9C5EB8E1}" type="sibTrans" cxnId="{CD7EF413-F5B8-4FC1-929B-1CCED6CB5C70}">
      <dgm:prSet/>
      <dgm:spPr/>
      <dgm:t>
        <a:bodyPr/>
        <a:lstStyle/>
        <a:p>
          <a:endParaRPr lang="zh-CN" altLang="en-US"/>
        </a:p>
      </dgm:t>
    </dgm:pt>
    <dgm:pt modelId="{159483E9-2BDE-4891-BE92-19D6C9C429DE}">
      <dgm:prSet/>
      <dgm:spPr/>
      <dgm:t>
        <a:bodyPr/>
        <a:lstStyle/>
        <a:p>
          <a:pPr rtl="0"/>
          <a:r>
            <a:rPr lang="zh-CN" altLang="en-US" dirty="0" smtClean="0"/>
            <a:t>文件路径</a:t>
          </a:r>
          <a:endParaRPr lang="en-US" altLang="zh-CN" dirty="0" smtClean="0"/>
        </a:p>
      </dgm:t>
    </dgm:pt>
    <dgm:pt modelId="{DD821992-20E1-444C-BCC3-7633BA68AB67}" type="parTrans" cxnId="{A24D4C7A-E8BC-44D0-ABBA-01CD5C986D02}">
      <dgm:prSet/>
      <dgm:spPr/>
      <dgm:t>
        <a:bodyPr/>
        <a:lstStyle/>
        <a:p>
          <a:endParaRPr lang="zh-CN" altLang="en-US"/>
        </a:p>
      </dgm:t>
    </dgm:pt>
    <dgm:pt modelId="{730407E0-4B95-41A7-97A8-434EEB96C7D8}" type="sibTrans" cxnId="{A24D4C7A-E8BC-44D0-ABBA-01CD5C986D02}">
      <dgm:prSet/>
      <dgm:spPr/>
      <dgm:t>
        <a:bodyPr/>
        <a:lstStyle/>
        <a:p>
          <a:endParaRPr lang="zh-CN" altLang="en-US"/>
        </a:p>
      </dgm:t>
    </dgm:pt>
    <dgm:pt modelId="{9929D531-6FAB-48D3-AE15-C45B4C814E9B}">
      <dgm:prSet/>
      <dgm:spPr/>
      <dgm:t>
        <a:bodyPr/>
        <a:lstStyle/>
        <a:p>
          <a:pPr rtl="0"/>
          <a:r>
            <a:rPr lang="en-US" altLang="zh-CN" dirty="0" smtClean="0"/>
            <a:t>MVC</a:t>
          </a:r>
        </a:p>
      </dgm:t>
    </dgm:pt>
    <dgm:pt modelId="{02EE407A-7E55-4376-9D6C-5D49B5879DCB}" type="parTrans" cxnId="{8CC16E4E-4C4D-4A53-BDFC-E12F05837A65}">
      <dgm:prSet/>
      <dgm:spPr/>
      <dgm:t>
        <a:bodyPr/>
        <a:lstStyle/>
        <a:p>
          <a:endParaRPr lang="zh-CN" altLang="en-US"/>
        </a:p>
      </dgm:t>
    </dgm:pt>
    <dgm:pt modelId="{A9EC134E-7C1E-4FE0-BF3A-AA86DB522995}" type="sibTrans" cxnId="{8CC16E4E-4C4D-4A53-BDFC-E12F05837A65}">
      <dgm:prSet/>
      <dgm:spPr/>
      <dgm:t>
        <a:bodyPr/>
        <a:lstStyle/>
        <a:p>
          <a:endParaRPr lang="zh-CN" altLang="en-US"/>
        </a:p>
      </dgm:t>
    </dgm:pt>
    <dgm:pt modelId="{0FF3BC2E-FCB3-4AA6-9B9D-CBB795A7879A}" type="pres">
      <dgm:prSet presAssocID="{EF568D64-4440-4C6D-BCE3-670A061B7C91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5022FBC4-6A17-407E-ADAE-98121CDDABAD}" type="pres">
      <dgm:prSet presAssocID="{9B826E9C-EE1A-4D2C-ACBF-A23579E2D928}" presName="parentText" presStyleLbl="node1" presStyleIdx="0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B435A5B-B0C4-4A2D-898F-4594FFC91A6F}" type="pres">
      <dgm:prSet presAssocID="{96CF5A50-4AF6-4999-AAA9-BA5925B76971}" presName="spacer" presStyleCnt="0"/>
      <dgm:spPr/>
    </dgm:pt>
    <dgm:pt modelId="{D0E95C19-726D-488C-B239-D42F1970D3B4}" type="pres">
      <dgm:prSet presAssocID="{82282938-84F2-44C9-A319-EB61380D2EF1}" presName="parentText" presStyleLbl="node1" presStyleIdx="1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F7B200-35E0-42BD-859B-27E444943822}" type="pres">
      <dgm:prSet presAssocID="{58558D97-1C01-4B14-97A3-E1EA0DF545C0}" presName="spacer" presStyleCnt="0"/>
      <dgm:spPr/>
    </dgm:pt>
    <dgm:pt modelId="{3B799C97-1C14-497D-B840-7DDC4452575D}" type="pres">
      <dgm:prSet presAssocID="{14E62DD7-6930-4613-9E39-DBDBBCF8248D}" presName="parentText" presStyleLbl="node1" presStyleIdx="2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699D20C-2678-4EEC-BAD5-7E4C07A9C021}" type="pres">
      <dgm:prSet presAssocID="{0E5B4B53-8411-4481-A51E-EE8937622876}" presName="spacer" presStyleCnt="0"/>
      <dgm:spPr/>
    </dgm:pt>
    <dgm:pt modelId="{9A554FF4-FD22-4D0C-AFF7-1BCA159AD5E3}" type="pres">
      <dgm:prSet presAssocID="{047BE353-CCB6-4B1C-A99F-44C9A8523D99}" presName="parentText" presStyleLbl="node1" presStyleIdx="3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C517C0A-069E-4916-BE72-D79BD035E155}" type="pres">
      <dgm:prSet presAssocID="{B612767D-89B2-46C5-9026-CCC208F19357}" presName="spacer" presStyleCnt="0"/>
      <dgm:spPr/>
    </dgm:pt>
    <dgm:pt modelId="{72440AE7-D47E-42B0-99BF-44338C69CC11}" type="pres">
      <dgm:prSet presAssocID="{855DB93B-3A3F-4EA8-8EE5-C503A8D98005}" presName="parentText" presStyleLbl="node1" presStyleIdx="4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C678000-C320-4899-AFE6-CD3319541C1A}" type="pres">
      <dgm:prSet presAssocID="{AC69085C-074E-4581-992A-7A517C6D14D8}" presName="spacer" presStyleCnt="0"/>
      <dgm:spPr/>
    </dgm:pt>
    <dgm:pt modelId="{B50446FB-57A3-4BF2-BF1A-491A9C5248C2}" type="pres">
      <dgm:prSet presAssocID="{4A6B0BD6-F08A-4965-80BA-3DAD1E440282}" presName="parentText" presStyleLbl="node1" presStyleIdx="5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62C9059-EA95-45B5-83A0-3DEB9E721C63}" type="pres">
      <dgm:prSet presAssocID="{89FC024B-047E-43C1-9693-C7792B9E9F91}" presName="spacer" presStyleCnt="0"/>
      <dgm:spPr/>
    </dgm:pt>
    <dgm:pt modelId="{04806211-EB11-4071-AC92-30DEB409BC2B}" type="pres">
      <dgm:prSet presAssocID="{50231544-6E22-4670-A17A-657F06E6FD8B}" presName="parentText" presStyleLbl="node1" presStyleIdx="6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E0C52B1-E58C-42D4-86D2-4DEB04531B95}" type="pres">
      <dgm:prSet presAssocID="{28CB6102-1556-4E72-8EC0-952A242C78C7}" presName="spacer" presStyleCnt="0"/>
      <dgm:spPr/>
    </dgm:pt>
    <dgm:pt modelId="{CAC0A8C8-BA05-46C3-8AB1-A997A923B33A}" type="pres">
      <dgm:prSet presAssocID="{40F17834-769D-49A1-8539-06D5A4D30F6B}" presName="parentText" presStyleLbl="node1" presStyleIdx="7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FBA8CEA-07BA-4FEB-81FC-8F4DEBDE123F}" type="pres">
      <dgm:prSet presAssocID="{C3131D7B-BD63-4CDC-97BB-2D753F6DC577}" presName="spacer" presStyleCnt="0"/>
      <dgm:spPr/>
    </dgm:pt>
    <dgm:pt modelId="{27356B9A-5D39-45EF-B89B-BB1BCA1774F0}" type="pres">
      <dgm:prSet presAssocID="{3FC26F62-E7DA-4A7B-A869-9FE38EA5B774}" presName="parentText" presStyleLbl="node1" presStyleIdx="8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2B6BBD1-E857-4DAC-ACB6-8AE4888B4BE4}" type="pres">
      <dgm:prSet presAssocID="{92913382-0A83-4EDA-A15B-9648E65F12B5}" presName="spacer" presStyleCnt="0"/>
      <dgm:spPr/>
    </dgm:pt>
    <dgm:pt modelId="{0B3B0642-C315-4ADC-B820-867D9EBF2F50}" type="pres">
      <dgm:prSet presAssocID="{9660B951-2A2A-44C1-B915-844062068CAC}" presName="parentText" presStyleLbl="node1" presStyleIdx="9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42A9CD-CDA3-4B45-93E2-12F8C09B3FD7}" type="pres">
      <dgm:prSet presAssocID="{25593D5B-7B16-4F07-A6F3-C26C9C5EB8E1}" presName="spacer" presStyleCnt="0"/>
      <dgm:spPr/>
    </dgm:pt>
    <dgm:pt modelId="{34455569-6369-4B16-AEFB-2046445E3F5F}" type="pres">
      <dgm:prSet presAssocID="{159483E9-2BDE-4891-BE92-19D6C9C429DE}" presName="parentText" presStyleLbl="node1" presStyleIdx="10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33A7BC3-E263-4706-A557-F9284ED9FA56}" type="pres">
      <dgm:prSet presAssocID="{730407E0-4B95-41A7-97A8-434EEB96C7D8}" presName="spacer" presStyleCnt="0"/>
      <dgm:spPr/>
    </dgm:pt>
    <dgm:pt modelId="{820F0663-817F-4C96-8F38-3B131FA0DA0A}" type="pres">
      <dgm:prSet presAssocID="{9929D531-6FAB-48D3-AE15-C45B4C814E9B}" presName="parentText" presStyleLbl="node1" presStyleIdx="11" presStyleCnt="1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8480ED2-AA1D-496D-A6A9-8BB4243057AE}" type="presOf" srcId="{9B826E9C-EE1A-4D2C-ACBF-A23579E2D928}" destId="{5022FBC4-6A17-407E-ADAE-98121CDDABAD}" srcOrd="0" destOrd="0" presId="urn:microsoft.com/office/officeart/2005/8/layout/vList2"/>
    <dgm:cxn modelId="{ADEDA5C5-86EB-41A3-AE0A-1AFB9A1B5D42}" type="presOf" srcId="{047BE353-CCB6-4B1C-A99F-44C9A8523D99}" destId="{9A554FF4-FD22-4D0C-AFF7-1BCA159AD5E3}" srcOrd="0" destOrd="0" presId="urn:microsoft.com/office/officeart/2005/8/layout/vList2"/>
    <dgm:cxn modelId="{61DECDE9-96B4-4F80-B26E-723037C25FA7}" srcId="{EF568D64-4440-4C6D-BCE3-670A061B7C91}" destId="{40F17834-769D-49A1-8539-06D5A4D30F6B}" srcOrd="7" destOrd="0" parTransId="{14B65948-7559-44F3-948B-C4F028278814}" sibTransId="{C3131D7B-BD63-4CDC-97BB-2D753F6DC577}"/>
    <dgm:cxn modelId="{E5C579AE-3262-44F8-A6C4-535D5DE7F077}" type="presOf" srcId="{EF568D64-4440-4C6D-BCE3-670A061B7C91}" destId="{0FF3BC2E-FCB3-4AA6-9B9D-CBB795A7879A}" srcOrd="0" destOrd="0" presId="urn:microsoft.com/office/officeart/2005/8/layout/vList2"/>
    <dgm:cxn modelId="{7847B713-7813-48E1-B042-DF2DE030D51D}" srcId="{EF568D64-4440-4C6D-BCE3-670A061B7C91}" destId="{4A6B0BD6-F08A-4965-80BA-3DAD1E440282}" srcOrd="5" destOrd="0" parTransId="{8DACEC42-E647-4577-B04F-4730A17F03F2}" sibTransId="{89FC024B-047E-43C1-9693-C7792B9E9F91}"/>
    <dgm:cxn modelId="{8B1EFCC2-1B9F-4795-909C-7A74AC2585C0}" type="presOf" srcId="{40F17834-769D-49A1-8539-06D5A4D30F6B}" destId="{CAC0A8C8-BA05-46C3-8AB1-A997A923B33A}" srcOrd="0" destOrd="0" presId="urn:microsoft.com/office/officeart/2005/8/layout/vList2"/>
    <dgm:cxn modelId="{28724B5A-25D7-4C73-9250-DC3466262D5F}" type="presOf" srcId="{9660B951-2A2A-44C1-B915-844062068CAC}" destId="{0B3B0642-C315-4ADC-B820-867D9EBF2F50}" srcOrd="0" destOrd="0" presId="urn:microsoft.com/office/officeart/2005/8/layout/vList2"/>
    <dgm:cxn modelId="{CD4A741B-A1E0-4E5D-833A-5D487A39155C}" type="presOf" srcId="{855DB93B-3A3F-4EA8-8EE5-C503A8D98005}" destId="{72440AE7-D47E-42B0-99BF-44338C69CC11}" srcOrd="0" destOrd="0" presId="urn:microsoft.com/office/officeart/2005/8/layout/vList2"/>
    <dgm:cxn modelId="{FC78005D-CBCE-4AA1-AEBA-2213332E21CB}" srcId="{EF568D64-4440-4C6D-BCE3-670A061B7C91}" destId="{855DB93B-3A3F-4EA8-8EE5-C503A8D98005}" srcOrd="4" destOrd="0" parTransId="{FEF534A6-CED9-47D0-B732-A0D86D0AABBA}" sibTransId="{AC69085C-074E-4581-992A-7A517C6D14D8}"/>
    <dgm:cxn modelId="{8CC16E4E-4C4D-4A53-BDFC-E12F05837A65}" srcId="{EF568D64-4440-4C6D-BCE3-670A061B7C91}" destId="{9929D531-6FAB-48D3-AE15-C45B4C814E9B}" srcOrd="11" destOrd="0" parTransId="{02EE407A-7E55-4376-9D6C-5D49B5879DCB}" sibTransId="{A9EC134E-7C1E-4FE0-BF3A-AA86DB522995}"/>
    <dgm:cxn modelId="{A24D4C7A-E8BC-44D0-ABBA-01CD5C986D02}" srcId="{EF568D64-4440-4C6D-BCE3-670A061B7C91}" destId="{159483E9-2BDE-4891-BE92-19D6C9C429DE}" srcOrd="10" destOrd="0" parTransId="{DD821992-20E1-444C-BCC3-7633BA68AB67}" sibTransId="{730407E0-4B95-41A7-97A8-434EEB96C7D8}"/>
    <dgm:cxn modelId="{262F8B57-B5F2-4BE3-A238-8EABDD8A9D46}" type="presOf" srcId="{50231544-6E22-4670-A17A-657F06E6FD8B}" destId="{04806211-EB11-4071-AC92-30DEB409BC2B}" srcOrd="0" destOrd="0" presId="urn:microsoft.com/office/officeart/2005/8/layout/vList2"/>
    <dgm:cxn modelId="{75FD463B-7CDE-4FAE-A7D5-13E224086AF2}" srcId="{EF568D64-4440-4C6D-BCE3-670A061B7C91}" destId="{82282938-84F2-44C9-A319-EB61380D2EF1}" srcOrd="1" destOrd="0" parTransId="{7A830DB7-E17C-4775-A99A-21419DEF4D72}" sibTransId="{58558D97-1C01-4B14-97A3-E1EA0DF545C0}"/>
    <dgm:cxn modelId="{0F11625A-FAE0-4A7D-937B-C194511C7D9B}" type="presOf" srcId="{9929D531-6FAB-48D3-AE15-C45B4C814E9B}" destId="{820F0663-817F-4C96-8F38-3B131FA0DA0A}" srcOrd="0" destOrd="0" presId="urn:microsoft.com/office/officeart/2005/8/layout/vList2"/>
    <dgm:cxn modelId="{AB2B849A-D844-40BE-BD80-F504E7F3DFDB}" srcId="{EF568D64-4440-4C6D-BCE3-670A061B7C91}" destId="{14E62DD7-6930-4613-9E39-DBDBBCF8248D}" srcOrd="2" destOrd="0" parTransId="{0D645A38-30C6-4C8D-BE09-A89BE3A7A894}" sibTransId="{0E5B4B53-8411-4481-A51E-EE8937622876}"/>
    <dgm:cxn modelId="{57039D60-7E93-4EE7-9EC4-2656A1FEB093}" type="presOf" srcId="{14E62DD7-6930-4613-9E39-DBDBBCF8248D}" destId="{3B799C97-1C14-497D-B840-7DDC4452575D}" srcOrd="0" destOrd="0" presId="urn:microsoft.com/office/officeart/2005/8/layout/vList2"/>
    <dgm:cxn modelId="{3CF816C8-5DB6-478A-B287-5BE77A90AB2F}" type="presOf" srcId="{3FC26F62-E7DA-4A7B-A869-9FE38EA5B774}" destId="{27356B9A-5D39-45EF-B89B-BB1BCA1774F0}" srcOrd="0" destOrd="0" presId="urn:microsoft.com/office/officeart/2005/8/layout/vList2"/>
    <dgm:cxn modelId="{92BFEA71-A215-47CA-8DD9-EC69DD9768FB}" srcId="{EF568D64-4440-4C6D-BCE3-670A061B7C91}" destId="{047BE353-CCB6-4B1C-A99F-44C9A8523D99}" srcOrd="3" destOrd="0" parTransId="{ADE3D593-061C-4920-81D0-2A9A3A2F056D}" sibTransId="{B612767D-89B2-46C5-9026-CCC208F19357}"/>
    <dgm:cxn modelId="{95E21106-BA2A-4FDB-B433-5F1083AC9148}" type="presOf" srcId="{82282938-84F2-44C9-A319-EB61380D2EF1}" destId="{D0E95C19-726D-488C-B239-D42F1970D3B4}" srcOrd="0" destOrd="0" presId="urn:microsoft.com/office/officeart/2005/8/layout/vList2"/>
    <dgm:cxn modelId="{CD7EF413-F5B8-4FC1-929B-1CCED6CB5C70}" srcId="{EF568D64-4440-4C6D-BCE3-670A061B7C91}" destId="{9660B951-2A2A-44C1-B915-844062068CAC}" srcOrd="9" destOrd="0" parTransId="{D96CE1F1-1F44-4BB2-B76D-1BFBCE0DA056}" sibTransId="{25593D5B-7B16-4F07-A6F3-C26C9C5EB8E1}"/>
    <dgm:cxn modelId="{F80F9636-492E-4540-BD0E-E3AB7CCE5727}" type="presOf" srcId="{159483E9-2BDE-4891-BE92-19D6C9C429DE}" destId="{34455569-6369-4B16-AEFB-2046445E3F5F}" srcOrd="0" destOrd="0" presId="urn:microsoft.com/office/officeart/2005/8/layout/vList2"/>
    <dgm:cxn modelId="{EC76EC9A-F29C-452B-A004-4787EB16BB8A}" srcId="{EF568D64-4440-4C6D-BCE3-670A061B7C91}" destId="{50231544-6E22-4670-A17A-657F06E6FD8B}" srcOrd="6" destOrd="0" parTransId="{9C831881-BF23-4BB8-B48A-95C0B3A9CD36}" sibTransId="{28CB6102-1556-4E72-8EC0-952A242C78C7}"/>
    <dgm:cxn modelId="{C3139335-7F08-47B1-BAC8-F3CF9A105EC6}" srcId="{EF568D64-4440-4C6D-BCE3-670A061B7C91}" destId="{3FC26F62-E7DA-4A7B-A869-9FE38EA5B774}" srcOrd="8" destOrd="0" parTransId="{DE0505E7-AE40-4554-8182-8E8B4A52F1D9}" sibTransId="{92913382-0A83-4EDA-A15B-9648E65F12B5}"/>
    <dgm:cxn modelId="{7CCFDB0F-6D9A-4951-BEE0-1BBBF614C79B}" type="presOf" srcId="{4A6B0BD6-F08A-4965-80BA-3DAD1E440282}" destId="{B50446FB-57A3-4BF2-BF1A-491A9C5248C2}" srcOrd="0" destOrd="0" presId="urn:microsoft.com/office/officeart/2005/8/layout/vList2"/>
    <dgm:cxn modelId="{19F9DD97-F632-4D42-9920-46F6C1B2E682}" srcId="{EF568D64-4440-4C6D-BCE3-670A061B7C91}" destId="{9B826E9C-EE1A-4D2C-ACBF-A23579E2D928}" srcOrd="0" destOrd="0" parTransId="{3357391A-AB83-4F7B-BA63-D1861D5E4F52}" sibTransId="{96CF5A50-4AF6-4999-AAA9-BA5925B76971}"/>
    <dgm:cxn modelId="{CFCD3AD2-6A7E-4FDE-9965-515078526072}" type="presParOf" srcId="{0FF3BC2E-FCB3-4AA6-9B9D-CBB795A7879A}" destId="{5022FBC4-6A17-407E-ADAE-98121CDDABAD}" srcOrd="0" destOrd="0" presId="urn:microsoft.com/office/officeart/2005/8/layout/vList2"/>
    <dgm:cxn modelId="{977EDAB5-735D-494A-9FB7-F243BE867775}" type="presParOf" srcId="{0FF3BC2E-FCB3-4AA6-9B9D-CBB795A7879A}" destId="{5B435A5B-B0C4-4A2D-898F-4594FFC91A6F}" srcOrd="1" destOrd="0" presId="urn:microsoft.com/office/officeart/2005/8/layout/vList2"/>
    <dgm:cxn modelId="{C7680915-4AED-40A5-8546-948C3043DD47}" type="presParOf" srcId="{0FF3BC2E-FCB3-4AA6-9B9D-CBB795A7879A}" destId="{D0E95C19-726D-488C-B239-D42F1970D3B4}" srcOrd="2" destOrd="0" presId="urn:microsoft.com/office/officeart/2005/8/layout/vList2"/>
    <dgm:cxn modelId="{8F344D91-9847-4174-8283-2644B4B67CEE}" type="presParOf" srcId="{0FF3BC2E-FCB3-4AA6-9B9D-CBB795A7879A}" destId="{6CF7B200-35E0-42BD-859B-27E444943822}" srcOrd="3" destOrd="0" presId="urn:microsoft.com/office/officeart/2005/8/layout/vList2"/>
    <dgm:cxn modelId="{7B60985A-E06E-4802-B89C-4D44C87CF164}" type="presParOf" srcId="{0FF3BC2E-FCB3-4AA6-9B9D-CBB795A7879A}" destId="{3B799C97-1C14-497D-B840-7DDC4452575D}" srcOrd="4" destOrd="0" presId="urn:microsoft.com/office/officeart/2005/8/layout/vList2"/>
    <dgm:cxn modelId="{2BF3916A-115A-4388-BFE1-6A79EC5915B2}" type="presParOf" srcId="{0FF3BC2E-FCB3-4AA6-9B9D-CBB795A7879A}" destId="{5699D20C-2678-4EEC-BAD5-7E4C07A9C021}" srcOrd="5" destOrd="0" presId="urn:microsoft.com/office/officeart/2005/8/layout/vList2"/>
    <dgm:cxn modelId="{74F0EF93-C438-4F1B-B1F0-2052DD7BC14A}" type="presParOf" srcId="{0FF3BC2E-FCB3-4AA6-9B9D-CBB795A7879A}" destId="{9A554FF4-FD22-4D0C-AFF7-1BCA159AD5E3}" srcOrd="6" destOrd="0" presId="urn:microsoft.com/office/officeart/2005/8/layout/vList2"/>
    <dgm:cxn modelId="{4903FD40-FC33-4811-B3CA-D8D44C8918A1}" type="presParOf" srcId="{0FF3BC2E-FCB3-4AA6-9B9D-CBB795A7879A}" destId="{6C517C0A-069E-4916-BE72-D79BD035E155}" srcOrd="7" destOrd="0" presId="urn:microsoft.com/office/officeart/2005/8/layout/vList2"/>
    <dgm:cxn modelId="{93DB769E-DB54-4808-981D-A4A9476D56E3}" type="presParOf" srcId="{0FF3BC2E-FCB3-4AA6-9B9D-CBB795A7879A}" destId="{72440AE7-D47E-42B0-99BF-44338C69CC11}" srcOrd="8" destOrd="0" presId="urn:microsoft.com/office/officeart/2005/8/layout/vList2"/>
    <dgm:cxn modelId="{CCB3F844-22D0-465A-A83A-04BDB6AD8B5D}" type="presParOf" srcId="{0FF3BC2E-FCB3-4AA6-9B9D-CBB795A7879A}" destId="{BC678000-C320-4899-AFE6-CD3319541C1A}" srcOrd="9" destOrd="0" presId="urn:microsoft.com/office/officeart/2005/8/layout/vList2"/>
    <dgm:cxn modelId="{8D44D025-E1FA-4B3E-94F7-33238734BE0C}" type="presParOf" srcId="{0FF3BC2E-FCB3-4AA6-9B9D-CBB795A7879A}" destId="{B50446FB-57A3-4BF2-BF1A-491A9C5248C2}" srcOrd="10" destOrd="0" presId="urn:microsoft.com/office/officeart/2005/8/layout/vList2"/>
    <dgm:cxn modelId="{BA127473-9341-47E9-98B6-4A624FA9D5B7}" type="presParOf" srcId="{0FF3BC2E-FCB3-4AA6-9B9D-CBB795A7879A}" destId="{162C9059-EA95-45B5-83A0-3DEB9E721C63}" srcOrd="11" destOrd="0" presId="urn:microsoft.com/office/officeart/2005/8/layout/vList2"/>
    <dgm:cxn modelId="{E3B1D21C-169C-4BBC-B887-8982F8E04F9E}" type="presParOf" srcId="{0FF3BC2E-FCB3-4AA6-9B9D-CBB795A7879A}" destId="{04806211-EB11-4071-AC92-30DEB409BC2B}" srcOrd="12" destOrd="0" presId="urn:microsoft.com/office/officeart/2005/8/layout/vList2"/>
    <dgm:cxn modelId="{120A352C-1E15-4514-854F-909479254283}" type="presParOf" srcId="{0FF3BC2E-FCB3-4AA6-9B9D-CBB795A7879A}" destId="{AE0C52B1-E58C-42D4-86D2-4DEB04531B95}" srcOrd="13" destOrd="0" presId="urn:microsoft.com/office/officeart/2005/8/layout/vList2"/>
    <dgm:cxn modelId="{D84A2531-CC7D-458E-901E-7D3CFB69B17B}" type="presParOf" srcId="{0FF3BC2E-FCB3-4AA6-9B9D-CBB795A7879A}" destId="{CAC0A8C8-BA05-46C3-8AB1-A997A923B33A}" srcOrd="14" destOrd="0" presId="urn:microsoft.com/office/officeart/2005/8/layout/vList2"/>
    <dgm:cxn modelId="{BEFDDD3E-D8BC-49B7-98D2-752CC3C941EA}" type="presParOf" srcId="{0FF3BC2E-FCB3-4AA6-9B9D-CBB795A7879A}" destId="{FFBA8CEA-07BA-4FEB-81FC-8F4DEBDE123F}" srcOrd="15" destOrd="0" presId="urn:microsoft.com/office/officeart/2005/8/layout/vList2"/>
    <dgm:cxn modelId="{321F4CC9-AC24-4D70-8FF0-45BBE1FB6911}" type="presParOf" srcId="{0FF3BC2E-FCB3-4AA6-9B9D-CBB795A7879A}" destId="{27356B9A-5D39-45EF-B89B-BB1BCA1774F0}" srcOrd="16" destOrd="0" presId="urn:microsoft.com/office/officeart/2005/8/layout/vList2"/>
    <dgm:cxn modelId="{BAA7296F-D036-49D8-A279-357EB08D009F}" type="presParOf" srcId="{0FF3BC2E-FCB3-4AA6-9B9D-CBB795A7879A}" destId="{22B6BBD1-E857-4DAC-ACB6-8AE4888B4BE4}" srcOrd="17" destOrd="0" presId="urn:microsoft.com/office/officeart/2005/8/layout/vList2"/>
    <dgm:cxn modelId="{FB1D5BBC-5ED5-4C96-AE7A-F8E1662CD6D5}" type="presParOf" srcId="{0FF3BC2E-FCB3-4AA6-9B9D-CBB795A7879A}" destId="{0B3B0642-C315-4ADC-B820-867D9EBF2F50}" srcOrd="18" destOrd="0" presId="urn:microsoft.com/office/officeart/2005/8/layout/vList2"/>
    <dgm:cxn modelId="{FDEA61D9-F603-4AA3-98FE-1109C90B953A}" type="presParOf" srcId="{0FF3BC2E-FCB3-4AA6-9B9D-CBB795A7879A}" destId="{6442A9CD-CDA3-4B45-93E2-12F8C09B3FD7}" srcOrd="19" destOrd="0" presId="urn:microsoft.com/office/officeart/2005/8/layout/vList2"/>
    <dgm:cxn modelId="{085A3642-8FFA-4BED-94E2-7229C27D9C4B}" type="presParOf" srcId="{0FF3BC2E-FCB3-4AA6-9B9D-CBB795A7879A}" destId="{34455569-6369-4B16-AEFB-2046445E3F5F}" srcOrd="20" destOrd="0" presId="urn:microsoft.com/office/officeart/2005/8/layout/vList2"/>
    <dgm:cxn modelId="{6CE777AD-2C72-4AF2-A8FF-30D365C03413}" type="presParOf" srcId="{0FF3BC2E-FCB3-4AA6-9B9D-CBB795A7879A}" destId="{C33A7BC3-E263-4706-A557-F9284ED9FA56}" srcOrd="21" destOrd="0" presId="urn:microsoft.com/office/officeart/2005/8/layout/vList2"/>
    <dgm:cxn modelId="{77E661DA-09B4-43DC-88CE-CE61FAE6531D}" type="presParOf" srcId="{0FF3BC2E-FCB3-4AA6-9B9D-CBB795A7879A}" destId="{820F0663-817F-4C96-8F38-3B131FA0DA0A}" srcOrd="2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088AA33-AFE5-4D55-9E09-96043C4891A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E6441ECF-260C-4986-9355-E7F9F0D58A55}">
      <dgm:prSet/>
      <dgm:spPr/>
      <dgm:t>
        <a:bodyPr/>
        <a:lstStyle/>
        <a:p>
          <a:pPr rtl="0"/>
          <a:r>
            <a:rPr lang="en-US" smtClean="0"/>
            <a:t>GET</a:t>
          </a:r>
          <a:endParaRPr lang="zh-CN"/>
        </a:p>
      </dgm:t>
    </dgm:pt>
    <dgm:pt modelId="{46018A93-3C9C-485A-B2D3-33D30A98FEEC}" type="parTrans" cxnId="{C896ABDC-78C2-41B8-B0A3-4898F00B292D}">
      <dgm:prSet/>
      <dgm:spPr/>
      <dgm:t>
        <a:bodyPr/>
        <a:lstStyle/>
        <a:p>
          <a:endParaRPr lang="zh-CN" altLang="en-US"/>
        </a:p>
      </dgm:t>
    </dgm:pt>
    <dgm:pt modelId="{A381808D-E8C3-4365-9355-A39F8860E7B3}" type="sibTrans" cxnId="{C896ABDC-78C2-41B8-B0A3-4898F00B292D}">
      <dgm:prSet/>
      <dgm:spPr/>
      <dgm:t>
        <a:bodyPr/>
        <a:lstStyle/>
        <a:p>
          <a:endParaRPr lang="zh-CN" altLang="en-US"/>
        </a:p>
      </dgm:t>
    </dgm:pt>
    <dgm:pt modelId="{7EB1A3A1-328D-4B1D-B611-0CD4F4AFAA7F}">
      <dgm:prSet/>
      <dgm:spPr/>
      <dgm:t>
        <a:bodyPr/>
        <a:lstStyle/>
        <a:p>
          <a:pPr rtl="0"/>
          <a:r>
            <a:rPr lang="en-US" smtClean="0"/>
            <a:t>POST</a:t>
          </a:r>
          <a:endParaRPr lang="zh-CN"/>
        </a:p>
      </dgm:t>
    </dgm:pt>
    <dgm:pt modelId="{5F6476B9-8A24-4787-BA21-BED5E8C852BF}" type="parTrans" cxnId="{378C0B84-1D12-4F6A-895C-ABB1088F921A}">
      <dgm:prSet/>
      <dgm:spPr/>
      <dgm:t>
        <a:bodyPr/>
        <a:lstStyle/>
        <a:p>
          <a:endParaRPr lang="zh-CN" altLang="en-US"/>
        </a:p>
      </dgm:t>
    </dgm:pt>
    <dgm:pt modelId="{28FA8BD7-3F7D-4086-AA2E-E1748B83C88E}" type="sibTrans" cxnId="{378C0B84-1D12-4F6A-895C-ABB1088F921A}">
      <dgm:prSet/>
      <dgm:spPr/>
      <dgm:t>
        <a:bodyPr/>
        <a:lstStyle/>
        <a:p>
          <a:endParaRPr lang="zh-CN" altLang="en-US"/>
        </a:p>
      </dgm:t>
    </dgm:pt>
    <dgm:pt modelId="{361929D0-C4B1-42EB-81C1-BCDC5FBC77E8}">
      <dgm:prSet/>
      <dgm:spPr/>
      <dgm:t>
        <a:bodyPr/>
        <a:lstStyle/>
        <a:p>
          <a:pPr rtl="0"/>
          <a:r>
            <a:rPr lang="en-US" smtClean="0"/>
            <a:t>DELETE</a:t>
          </a:r>
          <a:endParaRPr lang="zh-CN"/>
        </a:p>
      </dgm:t>
    </dgm:pt>
    <dgm:pt modelId="{098D9B47-861C-489D-B6A0-F841A36342AD}" type="parTrans" cxnId="{18008D22-E4BD-4098-938E-E1A8D12A2A9D}">
      <dgm:prSet/>
      <dgm:spPr/>
      <dgm:t>
        <a:bodyPr/>
        <a:lstStyle/>
        <a:p>
          <a:endParaRPr lang="zh-CN" altLang="en-US"/>
        </a:p>
      </dgm:t>
    </dgm:pt>
    <dgm:pt modelId="{93525610-D14C-452C-9C9C-08C80099F8C0}" type="sibTrans" cxnId="{18008D22-E4BD-4098-938E-E1A8D12A2A9D}">
      <dgm:prSet/>
      <dgm:spPr/>
      <dgm:t>
        <a:bodyPr/>
        <a:lstStyle/>
        <a:p>
          <a:endParaRPr lang="zh-CN" altLang="en-US"/>
        </a:p>
      </dgm:t>
    </dgm:pt>
    <dgm:pt modelId="{6E12FE2B-1A08-4389-980A-74ABABE9EC33}">
      <dgm:prSet/>
      <dgm:spPr/>
      <dgm:t>
        <a:bodyPr/>
        <a:lstStyle/>
        <a:p>
          <a:pPr rtl="0"/>
          <a:r>
            <a:rPr lang="en-US" smtClean="0"/>
            <a:t>PUT</a:t>
          </a:r>
          <a:endParaRPr lang="zh-CN"/>
        </a:p>
      </dgm:t>
    </dgm:pt>
    <dgm:pt modelId="{9AB70249-3066-44E6-9B34-BB31D06BD6DC}" type="parTrans" cxnId="{0F9BC252-D33B-4704-B07A-FCA76AEF0722}">
      <dgm:prSet/>
      <dgm:spPr/>
      <dgm:t>
        <a:bodyPr/>
        <a:lstStyle/>
        <a:p>
          <a:endParaRPr lang="zh-CN" altLang="en-US"/>
        </a:p>
      </dgm:t>
    </dgm:pt>
    <dgm:pt modelId="{76719819-C2A1-4720-B21B-65030627424F}" type="sibTrans" cxnId="{0F9BC252-D33B-4704-B07A-FCA76AEF0722}">
      <dgm:prSet/>
      <dgm:spPr/>
      <dgm:t>
        <a:bodyPr/>
        <a:lstStyle/>
        <a:p>
          <a:endParaRPr lang="zh-CN" altLang="en-US"/>
        </a:p>
      </dgm:t>
    </dgm:pt>
    <dgm:pt modelId="{CC5E2DAF-E3A2-4BE6-8A01-B8D13BDE1EC2}" type="pres">
      <dgm:prSet presAssocID="{E088AA33-AFE5-4D55-9E09-96043C4891A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1B52AFB-8820-4DF5-86DE-E9F75D7E2917}" type="pres">
      <dgm:prSet presAssocID="{E6441ECF-260C-4986-9355-E7F9F0D58A55}" presName="parentText" presStyleLbl="node1" presStyleIdx="0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BC0248F-064D-49D1-A010-8C0A7A5FFAC8}" type="pres">
      <dgm:prSet presAssocID="{A381808D-E8C3-4365-9355-A39F8860E7B3}" presName="spacer" presStyleCnt="0"/>
      <dgm:spPr/>
    </dgm:pt>
    <dgm:pt modelId="{7A6FE366-09D3-4298-8F01-B197F838CF1B}" type="pres">
      <dgm:prSet presAssocID="{7EB1A3A1-328D-4B1D-B611-0CD4F4AFAA7F}" presName="parentText" presStyleLbl="node1" presStyleIdx="1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AE270D0-28FC-463A-8C38-A946F4798563}" type="pres">
      <dgm:prSet presAssocID="{28FA8BD7-3F7D-4086-AA2E-E1748B83C88E}" presName="spacer" presStyleCnt="0"/>
      <dgm:spPr/>
    </dgm:pt>
    <dgm:pt modelId="{D289FA1C-B119-48E0-8400-B42CF64232D8}" type="pres">
      <dgm:prSet presAssocID="{361929D0-C4B1-42EB-81C1-BCDC5FBC77E8}" presName="parentText" presStyleLbl="node1" presStyleIdx="2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4F9F242-0699-4C1B-A24D-0DEDD64E80ED}" type="pres">
      <dgm:prSet presAssocID="{93525610-D14C-452C-9C9C-08C80099F8C0}" presName="spacer" presStyleCnt="0"/>
      <dgm:spPr/>
    </dgm:pt>
    <dgm:pt modelId="{6EE43D8D-A57C-4EDE-8C38-61BE9082F106}" type="pres">
      <dgm:prSet presAssocID="{6E12FE2B-1A08-4389-980A-74ABABE9EC33}" presName="parentText" presStyleLbl="node1" presStyleIdx="3" presStyleCnt="4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78C0B84-1D12-4F6A-895C-ABB1088F921A}" srcId="{E088AA33-AFE5-4D55-9E09-96043C4891AD}" destId="{7EB1A3A1-328D-4B1D-B611-0CD4F4AFAA7F}" srcOrd="1" destOrd="0" parTransId="{5F6476B9-8A24-4787-BA21-BED5E8C852BF}" sibTransId="{28FA8BD7-3F7D-4086-AA2E-E1748B83C88E}"/>
    <dgm:cxn modelId="{0F9BC252-D33B-4704-B07A-FCA76AEF0722}" srcId="{E088AA33-AFE5-4D55-9E09-96043C4891AD}" destId="{6E12FE2B-1A08-4389-980A-74ABABE9EC33}" srcOrd="3" destOrd="0" parTransId="{9AB70249-3066-44E6-9B34-BB31D06BD6DC}" sibTransId="{76719819-C2A1-4720-B21B-65030627424F}"/>
    <dgm:cxn modelId="{C896ABDC-78C2-41B8-B0A3-4898F00B292D}" srcId="{E088AA33-AFE5-4D55-9E09-96043C4891AD}" destId="{E6441ECF-260C-4986-9355-E7F9F0D58A55}" srcOrd="0" destOrd="0" parTransId="{46018A93-3C9C-485A-B2D3-33D30A98FEEC}" sibTransId="{A381808D-E8C3-4365-9355-A39F8860E7B3}"/>
    <dgm:cxn modelId="{18008D22-E4BD-4098-938E-E1A8D12A2A9D}" srcId="{E088AA33-AFE5-4D55-9E09-96043C4891AD}" destId="{361929D0-C4B1-42EB-81C1-BCDC5FBC77E8}" srcOrd="2" destOrd="0" parTransId="{098D9B47-861C-489D-B6A0-F841A36342AD}" sibTransId="{93525610-D14C-452C-9C9C-08C80099F8C0}"/>
    <dgm:cxn modelId="{9740E4BB-8AA7-4A4F-804B-25EFD16C82FB}" type="presOf" srcId="{E6441ECF-260C-4986-9355-E7F9F0D58A55}" destId="{F1B52AFB-8820-4DF5-86DE-E9F75D7E2917}" srcOrd="0" destOrd="0" presId="urn:microsoft.com/office/officeart/2005/8/layout/vList2"/>
    <dgm:cxn modelId="{7471707E-E820-412D-A39B-E9A34FEBBAC7}" type="presOf" srcId="{7EB1A3A1-328D-4B1D-B611-0CD4F4AFAA7F}" destId="{7A6FE366-09D3-4298-8F01-B197F838CF1B}" srcOrd="0" destOrd="0" presId="urn:microsoft.com/office/officeart/2005/8/layout/vList2"/>
    <dgm:cxn modelId="{ACF575E5-B8C1-42CC-8C2D-6464160763FD}" type="presOf" srcId="{E088AA33-AFE5-4D55-9E09-96043C4891AD}" destId="{CC5E2DAF-E3A2-4BE6-8A01-B8D13BDE1EC2}" srcOrd="0" destOrd="0" presId="urn:microsoft.com/office/officeart/2005/8/layout/vList2"/>
    <dgm:cxn modelId="{8FA0566F-106D-4651-A0C2-A7BB7B9C34FE}" type="presOf" srcId="{6E12FE2B-1A08-4389-980A-74ABABE9EC33}" destId="{6EE43D8D-A57C-4EDE-8C38-61BE9082F106}" srcOrd="0" destOrd="0" presId="urn:microsoft.com/office/officeart/2005/8/layout/vList2"/>
    <dgm:cxn modelId="{E65A23A7-EE9C-4282-8E18-799E51F72152}" type="presOf" srcId="{361929D0-C4B1-42EB-81C1-BCDC5FBC77E8}" destId="{D289FA1C-B119-48E0-8400-B42CF64232D8}" srcOrd="0" destOrd="0" presId="urn:microsoft.com/office/officeart/2005/8/layout/vList2"/>
    <dgm:cxn modelId="{C0DD72AD-3173-4797-80D9-32DC52C58C94}" type="presParOf" srcId="{CC5E2DAF-E3A2-4BE6-8A01-B8D13BDE1EC2}" destId="{F1B52AFB-8820-4DF5-86DE-E9F75D7E2917}" srcOrd="0" destOrd="0" presId="urn:microsoft.com/office/officeart/2005/8/layout/vList2"/>
    <dgm:cxn modelId="{2313CC9D-196D-493A-B59A-7D44E84FC13E}" type="presParOf" srcId="{CC5E2DAF-E3A2-4BE6-8A01-B8D13BDE1EC2}" destId="{5BC0248F-064D-49D1-A010-8C0A7A5FFAC8}" srcOrd="1" destOrd="0" presId="urn:microsoft.com/office/officeart/2005/8/layout/vList2"/>
    <dgm:cxn modelId="{21B2D1C1-5A21-440A-A232-6C7643DA45DF}" type="presParOf" srcId="{CC5E2DAF-E3A2-4BE6-8A01-B8D13BDE1EC2}" destId="{7A6FE366-09D3-4298-8F01-B197F838CF1B}" srcOrd="2" destOrd="0" presId="urn:microsoft.com/office/officeart/2005/8/layout/vList2"/>
    <dgm:cxn modelId="{BE01913A-63BC-4891-92B2-13F4ED0FBDB2}" type="presParOf" srcId="{CC5E2DAF-E3A2-4BE6-8A01-B8D13BDE1EC2}" destId="{7AE270D0-28FC-463A-8C38-A946F4798563}" srcOrd="3" destOrd="0" presId="urn:microsoft.com/office/officeart/2005/8/layout/vList2"/>
    <dgm:cxn modelId="{342C1CA1-DBAA-4143-9616-B7FDE1BF1A8A}" type="presParOf" srcId="{CC5E2DAF-E3A2-4BE6-8A01-B8D13BDE1EC2}" destId="{D289FA1C-B119-48E0-8400-B42CF64232D8}" srcOrd="4" destOrd="0" presId="urn:microsoft.com/office/officeart/2005/8/layout/vList2"/>
    <dgm:cxn modelId="{5DDD98D8-FC2B-49D1-8410-D5CB1C575783}" type="presParOf" srcId="{CC5E2DAF-E3A2-4BE6-8A01-B8D13BDE1EC2}" destId="{A4F9F242-0699-4C1B-A24D-0DEDD64E80ED}" srcOrd="5" destOrd="0" presId="urn:microsoft.com/office/officeart/2005/8/layout/vList2"/>
    <dgm:cxn modelId="{81705686-660B-41CF-B019-D01A15804E15}" type="presParOf" srcId="{CC5E2DAF-E3A2-4BE6-8A01-B8D13BDE1EC2}" destId="{6EE43D8D-A57C-4EDE-8C38-61BE9082F10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B79787E-5F63-4955-BB35-6EC21F4F32C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zh-CN" altLang="en-US"/>
        </a:p>
      </dgm:t>
    </dgm:pt>
    <dgm:pt modelId="{C785E2CB-B64D-44ED-A05E-63FD3C9357FA}">
      <dgm:prSet/>
      <dgm:spPr/>
      <dgm:t>
        <a:bodyPr/>
        <a:lstStyle/>
        <a:p>
          <a:pPr rtl="0"/>
          <a:r>
            <a:rPr lang="zh-CN" smtClean="0"/>
            <a:t>静态文件路径解析</a:t>
          </a:r>
          <a:endParaRPr lang="zh-CN"/>
        </a:p>
      </dgm:t>
    </dgm:pt>
    <dgm:pt modelId="{5B015B86-CEFF-48D3-9E50-DE2C5D390327}" type="parTrans" cxnId="{4CE7A63D-E081-49B3-858F-6A01B82A1566}">
      <dgm:prSet/>
      <dgm:spPr/>
      <dgm:t>
        <a:bodyPr/>
        <a:lstStyle/>
        <a:p>
          <a:endParaRPr lang="zh-CN" altLang="en-US"/>
        </a:p>
      </dgm:t>
    </dgm:pt>
    <dgm:pt modelId="{C655F7B6-017F-4EE5-8CEC-441D910420A3}" type="sibTrans" cxnId="{4CE7A63D-E081-49B3-858F-6A01B82A1566}">
      <dgm:prSet/>
      <dgm:spPr/>
      <dgm:t>
        <a:bodyPr/>
        <a:lstStyle/>
        <a:p>
          <a:endParaRPr lang="zh-CN" altLang="en-US"/>
        </a:p>
      </dgm:t>
    </dgm:pt>
    <dgm:pt modelId="{10E3B32E-D799-46F5-B9B7-307A8161125A}">
      <dgm:prSet/>
      <dgm:spPr/>
      <dgm:t>
        <a:bodyPr/>
        <a:lstStyle/>
        <a:p>
          <a:pPr rtl="0"/>
          <a:r>
            <a:rPr lang="en-US" smtClean="0"/>
            <a:t>Controller</a:t>
          </a:r>
          <a:r>
            <a:rPr lang="zh-CN" smtClean="0"/>
            <a:t>分发路径解析</a:t>
          </a:r>
          <a:endParaRPr lang="zh-CN"/>
        </a:p>
      </dgm:t>
    </dgm:pt>
    <dgm:pt modelId="{BC528B98-7B5D-4903-B783-01891B5247E8}" type="parTrans" cxnId="{FC97BE0B-4EB1-48D5-B0AD-A0227D0D5ECD}">
      <dgm:prSet/>
      <dgm:spPr/>
      <dgm:t>
        <a:bodyPr/>
        <a:lstStyle/>
        <a:p>
          <a:endParaRPr lang="zh-CN" altLang="en-US"/>
        </a:p>
      </dgm:t>
    </dgm:pt>
    <dgm:pt modelId="{CBDB7CA6-0341-4643-B562-261B608D1331}" type="sibTrans" cxnId="{FC97BE0B-4EB1-48D5-B0AD-A0227D0D5ECD}">
      <dgm:prSet/>
      <dgm:spPr/>
      <dgm:t>
        <a:bodyPr/>
        <a:lstStyle/>
        <a:p>
          <a:endParaRPr lang="zh-CN" altLang="en-US"/>
        </a:p>
      </dgm:t>
    </dgm:pt>
    <dgm:pt modelId="{773EC979-3592-4E7A-9371-10C6E1E26BCC}" type="pres">
      <dgm:prSet presAssocID="{4B79787E-5F63-4955-BB35-6EC21F4F32C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8C688AA5-CCAF-4DEE-B9EF-5B5B1DF6178D}" type="pres">
      <dgm:prSet presAssocID="{C785E2CB-B64D-44ED-A05E-63FD3C9357FA}" presName="parentText" presStyleLbl="node1" presStyleIdx="0" presStyleCnt="2" custLinFactY="-157302" custLinFactNeighborX="-2198" custLinFactNeighborY="-200000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1AE60B1-24A6-4C6F-9ED2-F5A679FD5908}" type="pres">
      <dgm:prSet presAssocID="{C655F7B6-017F-4EE5-8CEC-441D910420A3}" presName="spacer" presStyleCnt="0"/>
      <dgm:spPr/>
    </dgm:pt>
    <dgm:pt modelId="{459F43C1-F705-4BD2-9C62-AB2930057A9E}" type="pres">
      <dgm:prSet presAssocID="{10E3B32E-D799-46F5-B9B7-307A8161125A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6B05EF8-BF1C-4EAA-A073-35B0C8B09A70}" type="presOf" srcId="{10E3B32E-D799-46F5-B9B7-307A8161125A}" destId="{459F43C1-F705-4BD2-9C62-AB2930057A9E}" srcOrd="0" destOrd="0" presId="urn:microsoft.com/office/officeart/2005/8/layout/vList2"/>
    <dgm:cxn modelId="{71F2C971-DF86-4C65-AD70-8E9E7D2193DC}" type="presOf" srcId="{C785E2CB-B64D-44ED-A05E-63FD3C9357FA}" destId="{8C688AA5-CCAF-4DEE-B9EF-5B5B1DF6178D}" srcOrd="0" destOrd="0" presId="urn:microsoft.com/office/officeart/2005/8/layout/vList2"/>
    <dgm:cxn modelId="{FC97BE0B-4EB1-48D5-B0AD-A0227D0D5ECD}" srcId="{4B79787E-5F63-4955-BB35-6EC21F4F32C3}" destId="{10E3B32E-D799-46F5-B9B7-307A8161125A}" srcOrd="1" destOrd="0" parTransId="{BC528B98-7B5D-4903-B783-01891B5247E8}" sibTransId="{CBDB7CA6-0341-4643-B562-261B608D1331}"/>
    <dgm:cxn modelId="{4CE7A63D-E081-49B3-858F-6A01B82A1566}" srcId="{4B79787E-5F63-4955-BB35-6EC21F4F32C3}" destId="{C785E2CB-B64D-44ED-A05E-63FD3C9357FA}" srcOrd="0" destOrd="0" parTransId="{5B015B86-CEFF-48D3-9E50-DE2C5D390327}" sibTransId="{C655F7B6-017F-4EE5-8CEC-441D910420A3}"/>
    <dgm:cxn modelId="{60D8D8E7-E983-4F78-8743-2351082D8288}" type="presOf" srcId="{4B79787E-5F63-4955-BB35-6EC21F4F32C3}" destId="{773EC979-3592-4E7A-9371-10C6E1E26BCC}" srcOrd="0" destOrd="0" presId="urn:microsoft.com/office/officeart/2005/8/layout/vList2"/>
    <dgm:cxn modelId="{71755C3F-8A65-44FF-84C0-C8CE030AEC96}" type="presParOf" srcId="{773EC979-3592-4E7A-9371-10C6E1E26BCC}" destId="{8C688AA5-CCAF-4DEE-B9EF-5B5B1DF6178D}" srcOrd="0" destOrd="0" presId="urn:microsoft.com/office/officeart/2005/8/layout/vList2"/>
    <dgm:cxn modelId="{C380A9F4-4BFF-4181-93BE-46A1C057D51F}" type="presParOf" srcId="{773EC979-3592-4E7A-9371-10C6E1E26BCC}" destId="{B1AE60B1-24A6-4C6F-9ED2-F5A679FD5908}" srcOrd="1" destOrd="0" presId="urn:microsoft.com/office/officeart/2005/8/layout/vList2"/>
    <dgm:cxn modelId="{13141C3E-3975-4353-9D75-70E3103D19CB}" type="presParOf" srcId="{773EC979-3592-4E7A-9371-10C6E1E26BCC}" destId="{459F43C1-F705-4BD2-9C62-AB2930057A9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A24F434-9D9C-465A-B076-B779C7877E4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9005ABA7-4BA1-4EA9-B20E-A07457C1138B}">
      <dgm:prSet/>
      <dgm:spPr/>
      <dgm:t>
        <a:bodyPr/>
        <a:lstStyle/>
        <a:p>
          <a:pPr rtl="0"/>
          <a:r>
            <a:rPr lang="en-US" dirty="0" smtClean="0"/>
            <a:t>var queryObj = querystring.parse(</a:t>
          </a:r>
          <a:r>
            <a:rPr lang="en-US" dirty="0" err="1" smtClean="0"/>
            <a:t>url.parse</a:t>
          </a:r>
          <a:r>
            <a:rPr lang="en-US" dirty="0" smtClean="0"/>
            <a:t>(req.url).query)</a:t>
          </a:r>
          <a:endParaRPr lang="zh-CN" dirty="0"/>
        </a:p>
      </dgm:t>
    </dgm:pt>
    <dgm:pt modelId="{AE75D3FC-262C-4363-806B-2303213AF30C}" type="parTrans" cxnId="{E0ABB7FD-C9DF-49F9-8949-C8A50BEDAC2B}">
      <dgm:prSet/>
      <dgm:spPr/>
      <dgm:t>
        <a:bodyPr/>
        <a:lstStyle/>
        <a:p>
          <a:endParaRPr lang="zh-CN" altLang="en-US"/>
        </a:p>
      </dgm:t>
    </dgm:pt>
    <dgm:pt modelId="{7B3E647E-0EE6-40E0-AD9B-97FBD35254AA}" type="sibTrans" cxnId="{E0ABB7FD-C9DF-49F9-8949-C8A50BEDAC2B}">
      <dgm:prSet/>
      <dgm:spPr/>
      <dgm:t>
        <a:bodyPr/>
        <a:lstStyle/>
        <a:p>
          <a:endParaRPr lang="zh-CN" altLang="en-US"/>
        </a:p>
      </dgm:t>
    </dgm:pt>
    <dgm:pt modelId="{2CC4561A-B119-40FB-8C82-4975E99E235F}" type="pres">
      <dgm:prSet presAssocID="{FA24F434-9D9C-465A-B076-B779C7877E4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2779B5F-BE47-4808-9470-2B32A04EA64D}" type="pres">
      <dgm:prSet presAssocID="{9005ABA7-4BA1-4EA9-B20E-A07457C1138B}" presName="parentText" presStyleLbl="node1" presStyleIdx="0" presStyleCnt="1" custLinFactNeighborY="16972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71BBE560-F52F-48FD-BA40-375EAE332C5F}" type="presOf" srcId="{FA24F434-9D9C-465A-B076-B779C7877E44}" destId="{2CC4561A-B119-40FB-8C82-4975E99E235F}" srcOrd="0" destOrd="0" presId="urn:microsoft.com/office/officeart/2005/8/layout/vList2"/>
    <dgm:cxn modelId="{E0ABB7FD-C9DF-49F9-8949-C8A50BEDAC2B}" srcId="{FA24F434-9D9C-465A-B076-B779C7877E44}" destId="{9005ABA7-4BA1-4EA9-B20E-A07457C1138B}" srcOrd="0" destOrd="0" parTransId="{AE75D3FC-262C-4363-806B-2303213AF30C}" sibTransId="{7B3E647E-0EE6-40E0-AD9B-97FBD35254AA}"/>
    <dgm:cxn modelId="{9CD4FF9B-2D09-484D-A35B-9827AB450CD8}" type="presOf" srcId="{9005ABA7-4BA1-4EA9-B20E-A07457C1138B}" destId="{62779B5F-BE47-4808-9470-2B32A04EA64D}" srcOrd="0" destOrd="0" presId="urn:microsoft.com/office/officeart/2005/8/layout/vList2"/>
    <dgm:cxn modelId="{B67383CF-E120-417B-86EC-84A5A26FA792}" type="presParOf" srcId="{2CC4561A-B119-40FB-8C82-4975E99E235F}" destId="{62779B5F-BE47-4808-9470-2B32A04EA64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6BD482B-FA79-472A-A74B-1991D198912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277F1EF-E217-4A8B-A8BF-3AC80C76349B}">
      <dgm:prSet/>
      <dgm:spPr/>
      <dgm:t>
        <a:bodyPr/>
        <a:lstStyle/>
        <a:p>
          <a:pPr rtl="0"/>
          <a:r>
            <a:rPr lang="en-US" dirty="0" smtClean="0"/>
            <a:t>console.log(</a:t>
          </a:r>
          <a:r>
            <a:rPr lang="en-US" dirty="0" err="1" smtClean="0"/>
            <a:t>req.headers.cookie</a:t>
          </a:r>
          <a:r>
            <a:rPr lang="en-US" dirty="0" smtClean="0"/>
            <a:t>);</a:t>
          </a:r>
        </a:p>
        <a:p>
          <a:pPr rtl="0"/>
          <a:r>
            <a:rPr lang="en-US" dirty="0" err="1" smtClean="0"/>
            <a:t>parseCookie</a:t>
          </a:r>
          <a:r>
            <a:rPr lang="en-US" dirty="0" smtClean="0"/>
            <a:t>(</a:t>
          </a:r>
          <a:r>
            <a:rPr lang="en-US" dirty="0" err="1" smtClean="0"/>
            <a:t>req,res</a:t>
          </a:r>
          <a:r>
            <a:rPr lang="en-US" dirty="0" smtClean="0"/>
            <a:t>);</a:t>
          </a:r>
          <a:endParaRPr lang="zh-CN" dirty="0"/>
        </a:p>
      </dgm:t>
    </dgm:pt>
    <dgm:pt modelId="{9CC9838D-69F9-4913-B072-1E7B793AAA9E}" type="parTrans" cxnId="{FCF1813A-2C2B-44D0-BE83-12286542898F}">
      <dgm:prSet/>
      <dgm:spPr/>
      <dgm:t>
        <a:bodyPr/>
        <a:lstStyle/>
        <a:p>
          <a:endParaRPr lang="zh-CN" altLang="en-US"/>
        </a:p>
      </dgm:t>
    </dgm:pt>
    <dgm:pt modelId="{A3829194-5278-410D-A0B2-146D217BF823}" type="sibTrans" cxnId="{FCF1813A-2C2B-44D0-BE83-12286542898F}">
      <dgm:prSet/>
      <dgm:spPr/>
      <dgm:t>
        <a:bodyPr/>
        <a:lstStyle/>
        <a:p>
          <a:endParaRPr lang="zh-CN" altLang="en-US"/>
        </a:p>
      </dgm:t>
    </dgm:pt>
    <dgm:pt modelId="{B64D9F53-4C46-4880-9E6D-69F27535B7C0}" type="pres">
      <dgm:prSet presAssocID="{E6BD482B-FA79-472A-A74B-1991D198912B}" presName="linear" presStyleCnt="0">
        <dgm:presLayoutVars>
          <dgm:animLvl val="lvl"/>
          <dgm:resizeHandles val="exact"/>
        </dgm:presLayoutVars>
      </dgm:prSet>
      <dgm:spPr/>
    </dgm:pt>
    <dgm:pt modelId="{0969771C-9135-461B-837D-B26C8D8E9334}" type="pres">
      <dgm:prSet presAssocID="{2277F1EF-E217-4A8B-A8BF-3AC80C76349B}" presName="parentText" presStyleLbl="node1" presStyleIdx="0" presStyleCnt="1" custLinFactNeighborX="383" custLinFactNeighborY="-1828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3B74E380-022D-424D-AB60-4BD3C00245A0}" type="presOf" srcId="{E6BD482B-FA79-472A-A74B-1991D198912B}" destId="{B64D9F53-4C46-4880-9E6D-69F27535B7C0}" srcOrd="0" destOrd="0" presId="urn:microsoft.com/office/officeart/2005/8/layout/vList2"/>
    <dgm:cxn modelId="{FCF1813A-2C2B-44D0-BE83-12286542898F}" srcId="{E6BD482B-FA79-472A-A74B-1991D198912B}" destId="{2277F1EF-E217-4A8B-A8BF-3AC80C76349B}" srcOrd="0" destOrd="0" parTransId="{9CC9838D-69F9-4913-B072-1E7B793AAA9E}" sibTransId="{A3829194-5278-410D-A0B2-146D217BF823}"/>
    <dgm:cxn modelId="{6422FE53-BAB2-4B92-9925-59F0001ACAAD}" type="presOf" srcId="{2277F1EF-E217-4A8B-A8BF-3AC80C76349B}" destId="{0969771C-9135-461B-837D-B26C8D8E9334}" srcOrd="0" destOrd="0" presId="urn:microsoft.com/office/officeart/2005/8/layout/vList2"/>
    <dgm:cxn modelId="{F741DA86-A74B-4278-A121-534E0F6E6066}" type="presParOf" srcId="{B64D9F53-4C46-4880-9E6D-69F27535B7C0}" destId="{0969771C-9135-461B-837D-B26C8D8E933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22FBC4-6A17-407E-ADAE-98121CDDABAD}">
      <dsp:nvSpPr>
        <dsp:cNvPr id="0" name=""/>
        <dsp:cNvSpPr/>
      </dsp:nvSpPr>
      <dsp:spPr>
        <a:xfrm>
          <a:off x="0" y="11561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kern="1200" dirty="0" smtClean="0"/>
            <a:t>请求方法判断</a:t>
          </a:r>
          <a:endParaRPr lang="zh-CN" sz="1600" kern="1200" dirty="0"/>
        </a:p>
      </dsp:txBody>
      <dsp:txXfrm>
        <a:off x="19647" y="135266"/>
        <a:ext cx="2224073" cy="363186"/>
      </dsp:txXfrm>
    </dsp:sp>
    <dsp:sp modelId="{D0E95C19-726D-488C-B239-D42F1970D3B4}">
      <dsp:nvSpPr>
        <dsp:cNvPr id="0" name=""/>
        <dsp:cNvSpPr/>
      </dsp:nvSpPr>
      <dsp:spPr>
        <a:xfrm>
          <a:off x="0" y="56417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URL</a:t>
          </a:r>
          <a:r>
            <a:rPr lang="zh-CN" altLang="en-US" sz="1600" kern="1200" dirty="0" smtClean="0"/>
            <a:t>上的</a:t>
          </a:r>
          <a:r>
            <a:rPr lang="en-US" altLang="zh-CN" sz="1600" kern="1200" dirty="0" smtClean="0"/>
            <a:t>path</a:t>
          </a:r>
          <a:r>
            <a:rPr lang="zh-CN" sz="1600" kern="1200" dirty="0" smtClean="0"/>
            <a:t>解析</a:t>
          </a:r>
          <a:endParaRPr lang="zh-CN" sz="1600" kern="1200" dirty="0"/>
        </a:p>
      </dsp:txBody>
      <dsp:txXfrm>
        <a:off x="19647" y="583826"/>
        <a:ext cx="2224073" cy="363186"/>
      </dsp:txXfrm>
    </dsp:sp>
    <dsp:sp modelId="{3B799C97-1C14-497D-B840-7DDC4452575D}">
      <dsp:nvSpPr>
        <dsp:cNvPr id="0" name=""/>
        <dsp:cNvSpPr/>
      </dsp:nvSpPr>
      <dsp:spPr>
        <a:xfrm>
          <a:off x="0" y="101273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URL</a:t>
          </a:r>
          <a:r>
            <a:rPr lang="zh-CN" altLang="en-US" sz="1600" kern="1200" dirty="0" smtClean="0"/>
            <a:t>上的</a:t>
          </a:r>
          <a:r>
            <a:rPr lang="en-US" altLang="zh-CN" sz="1600" kern="1200" dirty="0" smtClean="0"/>
            <a:t>query</a:t>
          </a:r>
          <a:r>
            <a:rPr lang="zh-CN" sz="1600" kern="1200" dirty="0" smtClean="0"/>
            <a:t>解析</a:t>
          </a:r>
          <a:endParaRPr lang="zh-CN" sz="1600" kern="1200" dirty="0"/>
        </a:p>
      </dsp:txBody>
      <dsp:txXfrm>
        <a:off x="19647" y="1032386"/>
        <a:ext cx="2224073" cy="363186"/>
      </dsp:txXfrm>
    </dsp:sp>
    <dsp:sp modelId="{9A554FF4-FD22-4D0C-AFF7-1BCA159AD5E3}">
      <dsp:nvSpPr>
        <dsp:cNvPr id="0" name=""/>
        <dsp:cNvSpPr/>
      </dsp:nvSpPr>
      <dsp:spPr>
        <a:xfrm>
          <a:off x="0" y="146129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Cookie</a:t>
          </a:r>
          <a:r>
            <a:rPr lang="zh-CN" sz="1600" kern="1200" smtClean="0"/>
            <a:t>解析</a:t>
          </a:r>
          <a:endParaRPr lang="zh-CN" sz="1600" kern="1200"/>
        </a:p>
      </dsp:txBody>
      <dsp:txXfrm>
        <a:off x="19647" y="1480946"/>
        <a:ext cx="2224073" cy="363186"/>
      </dsp:txXfrm>
    </dsp:sp>
    <dsp:sp modelId="{72440AE7-D47E-42B0-99BF-44338C69CC11}">
      <dsp:nvSpPr>
        <dsp:cNvPr id="0" name=""/>
        <dsp:cNvSpPr/>
      </dsp:nvSpPr>
      <dsp:spPr>
        <a:xfrm>
          <a:off x="0" y="190985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Session</a:t>
          </a:r>
          <a:r>
            <a:rPr lang="zh-CN" sz="1600" kern="1200" smtClean="0"/>
            <a:t>会话</a:t>
          </a:r>
          <a:endParaRPr lang="zh-CN" sz="1600" kern="1200"/>
        </a:p>
      </dsp:txBody>
      <dsp:txXfrm>
        <a:off x="19647" y="1929506"/>
        <a:ext cx="2224073" cy="363186"/>
      </dsp:txXfrm>
    </dsp:sp>
    <dsp:sp modelId="{B50446FB-57A3-4BF2-BF1A-491A9C5248C2}">
      <dsp:nvSpPr>
        <dsp:cNvPr id="0" name=""/>
        <dsp:cNvSpPr/>
      </dsp:nvSpPr>
      <dsp:spPr>
        <a:xfrm>
          <a:off x="0" y="235841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smtClean="0"/>
            <a:t>Basic</a:t>
          </a:r>
          <a:r>
            <a:rPr lang="zh-CN" sz="1600" kern="1200" smtClean="0"/>
            <a:t>认证</a:t>
          </a:r>
          <a:endParaRPr lang="zh-CN" sz="1600" kern="1200"/>
        </a:p>
      </dsp:txBody>
      <dsp:txXfrm>
        <a:off x="19647" y="2378066"/>
        <a:ext cx="2224073" cy="363186"/>
      </dsp:txXfrm>
    </dsp:sp>
    <dsp:sp modelId="{04806211-EB11-4071-AC92-30DEB409BC2B}">
      <dsp:nvSpPr>
        <dsp:cNvPr id="0" name=""/>
        <dsp:cNvSpPr/>
      </dsp:nvSpPr>
      <dsp:spPr>
        <a:xfrm>
          <a:off x="0" y="280697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kern="1200" smtClean="0"/>
            <a:t>表单数据解析</a:t>
          </a:r>
          <a:endParaRPr lang="zh-CN" sz="1600" kern="1200"/>
        </a:p>
      </dsp:txBody>
      <dsp:txXfrm>
        <a:off x="19647" y="2826626"/>
        <a:ext cx="2224073" cy="363186"/>
      </dsp:txXfrm>
    </dsp:sp>
    <dsp:sp modelId="{CAC0A8C8-BA05-46C3-8AB1-A997A923B33A}">
      <dsp:nvSpPr>
        <dsp:cNvPr id="0" name=""/>
        <dsp:cNvSpPr/>
      </dsp:nvSpPr>
      <dsp:spPr>
        <a:xfrm>
          <a:off x="0" y="325553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/>
            <a:t>JSON</a:t>
          </a:r>
          <a:r>
            <a:rPr lang="zh-CN" altLang="en-US" sz="1600" kern="1200" dirty="0" smtClean="0"/>
            <a:t>格式的数据</a:t>
          </a:r>
          <a:endParaRPr lang="en-US" altLang="zh-CN" sz="1600" kern="1200" dirty="0" smtClean="0"/>
        </a:p>
      </dsp:txBody>
      <dsp:txXfrm>
        <a:off x="19647" y="3275186"/>
        <a:ext cx="2224073" cy="363186"/>
      </dsp:txXfrm>
    </dsp:sp>
    <dsp:sp modelId="{27356B9A-5D39-45EF-B89B-BB1BCA1774F0}">
      <dsp:nvSpPr>
        <dsp:cNvPr id="0" name=""/>
        <dsp:cNvSpPr/>
      </dsp:nvSpPr>
      <dsp:spPr>
        <a:xfrm>
          <a:off x="0" y="370409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/>
            <a:t>Xml</a:t>
          </a:r>
          <a:r>
            <a:rPr lang="zh-CN" altLang="en-US" sz="1600" kern="1200" dirty="0" smtClean="0"/>
            <a:t>格式的数据</a:t>
          </a:r>
          <a:endParaRPr lang="en-US" altLang="zh-CN" sz="1600" kern="1200" dirty="0" smtClean="0"/>
        </a:p>
      </dsp:txBody>
      <dsp:txXfrm>
        <a:off x="19647" y="3723746"/>
        <a:ext cx="2224073" cy="363186"/>
      </dsp:txXfrm>
    </dsp:sp>
    <dsp:sp modelId="{0B3B0642-C315-4ADC-B820-867D9EBF2F50}">
      <dsp:nvSpPr>
        <dsp:cNvPr id="0" name=""/>
        <dsp:cNvSpPr/>
      </dsp:nvSpPr>
      <dsp:spPr>
        <a:xfrm>
          <a:off x="0" y="415265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附件上传</a:t>
          </a:r>
          <a:endParaRPr lang="en-US" altLang="zh-CN" sz="1600" kern="1200" dirty="0" smtClean="0"/>
        </a:p>
      </dsp:txBody>
      <dsp:txXfrm>
        <a:off x="19647" y="4172306"/>
        <a:ext cx="2224073" cy="363186"/>
      </dsp:txXfrm>
    </dsp:sp>
    <dsp:sp modelId="{34455569-6369-4B16-AEFB-2046445E3F5F}">
      <dsp:nvSpPr>
        <dsp:cNvPr id="0" name=""/>
        <dsp:cNvSpPr/>
      </dsp:nvSpPr>
      <dsp:spPr>
        <a:xfrm>
          <a:off x="0" y="460121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kern="1200" dirty="0" smtClean="0"/>
            <a:t>文件路径</a:t>
          </a:r>
          <a:endParaRPr lang="en-US" altLang="zh-CN" sz="1600" kern="1200" dirty="0" smtClean="0"/>
        </a:p>
      </dsp:txBody>
      <dsp:txXfrm>
        <a:off x="19647" y="4620866"/>
        <a:ext cx="2224073" cy="363186"/>
      </dsp:txXfrm>
    </dsp:sp>
    <dsp:sp modelId="{820F0663-817F-4C96-8F38-3B131FA0DA0A}">
      <dsp:nvSpPr>
        <dsp:cNvPr id="0" name=""/>
        <dsp:cNvSpPr/>
      </dsp:nvSpPr>
      <dsp:spPr>
        <a:xfrm>
          <a:off x="0" y="5049779"/>
          <a:ext cx="2263367" cy="402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600" kern="1200" dirty="0" smtClean="0"/>
            <a:t>MVC</a:t>
          </a:r>
        </a:p>
      </dsp:txBody>
      <dsp:txXfrm>
        <a:off x="19647" y="5069426"/>
        <a:ext cx="2224073" cy="363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B52AFB-8820-4DF5-86DE-E9F75D7E2917}">
      <dsp:nvSpPr>
        <dsp:cNvPr id="0" name=""/>
        <dsp:cNvSpPr/>
      </dsp:nvSpPr>
      <dsp:spPr>
        <a:xfrm>
          <a:off x="0" y="49728"/>
          <a:ext cx="950614" cy="239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GET</a:t>
          </a:r>
          <a:endParaRPr lang="zh-CN" sz="1000" kern="1200"/>
        </a:p>
      </dsp:txBody>
      <dsp:txXfrm>
        <a:off x="11709" y="61437"/>
        <a:ext cx="927196" cy="216432"/>
      </dsp:txXfrm>
    </dsp:sp>
    <dsp:sp modelId="{7A6FE366-09D3-4298-8F01-B197F838CF1B}">
      <dsp:nvSpPr>
        <dsp:cNvPr id="0" name=""/>
        <dsp:cNvSpPr/>
      </dsp:nvSpPr>
      <dsp:spPr>
        <a:xfrm>
          <a:off x="0" y="318378"/>
          <a:ext cx="950614" cy="239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POST</a:t>
          </a:r>
          <a:endParaRPr lang="zh-CN" sz="1000" kern="1200"/>
        </a:p>
      </dsp:txBody>
      <dsp:txXfrm>
        <a:off x="11709" y="330087"/>
        <a:ext cx="927196" cy="216432"/>
      </dsp:txXfrm>
    </dsp:sp>
    <dsp:sp modelId="{D289FA1C-B119-48E0-8400-B42CF64232D8}">
      <dsp:nvSpPr>
        <dsp:cNvPr id="0" name=""/>
        <dsp:cNvSpPr/>
      </dsp:nvSpPr>
      <dsp:spPr>
        <a:xfrm>
          <a:off x="0" y="587028"/>
          <a:ext cx="950614" cy="239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DELETE</a:t>
          </a:r>
          <a:endParaRPr lang="zh-CN" sz="1000" kern="1200"/>
        </a:p>
      </dsp:txBody>
      <dsp:txXfrm>
        <a:off x="11709" y="598737"/>
        <a:ext cx="927196" cy="216432"/>
      </dsp:txXfrm>
    </dsp:sp>
    <dsp:sp modelId="{6EE43D8D-A57C-4EDE-8C38-61BE9082F106}">
      <dsp:nvSpPr>
        <dsp:cNvPr id="0" name=""/>
        <dsp:cNvSpPr/>
      </dsp:nvSpPr>
      <dsp:spPr>
        <a:xfrm>
          <a:off x="0" y="855678"/>
          <a:ext cx="950614" cy="2398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PUT</a:t>
          </a:r>
          <a:endParaRPr lang="zh-CN" sz="1000" kern="1200"/>
        </a:p>
      </dsp:txBody>
      <dsp:txXfrm>
        <a:off x="11709" y="867387"/>
        <a:ext cx="927196" cy="2164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688AA5-CCAF-4DEE-B9EF-5B5B1DF6178D}">
      <dsp:nvSpPr>
        <dsp:cNvPr id="0" name=""/>
        <dsp:cNvSpPr/>
      </dsp:nvSpPr>
      <dsp:spPr>
        <a:xfrm>
          <a:off x="0" y="0"/>
          <a:ext cx="1647730" cy="226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900" kern="1200" smtClean="0"/>
            <a:t>静态文件路径解析</a:t>
          </a:r>
          <a:endParaRPr lang="zh-CN" sz="900" kern="1200"/>
        </a:p>
      </dsp:txBody>
      <dsp:txXfrm>
        <a:off x="11052" y="11052"/>
        <a:ext cx="1625626" cy="204291"/>
      </dsp:txXfrm>
    </dsp:sp>
    <dsp:sp modelId="{459F43C1-F705-4BD2-9C62-AB2930057A9E}">
      <dsp:nvSpPr>
        <dsp:cNvPr id="0" name=""/>
        <dsp:cNvSpPr/>
      </dsp:nvSpPr>
      <dsp:spPr>
        <a:xfrm>
          <a:off x="0" y="257404"/>
          <a:ext cx="1647730" cy="226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l" defTabSz="4000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smtClean="0"/>
            <a:t>Controller</a:t>
          </a:r>
          <a:r>
            <a:rPr lang="zh-CN" sz="900" kern="1200" smtClean="0"/>
            <a:t>分发路径解析</a:t>
          </a:r>
          <a:endParaRPr lang="zh-CN" sz="900" kern="1200"/>
        </a:p>
      </dsp:txBody>
      <dsp:txXfrm>
        <a:off x="11052" y="268456"/>
        <a:ext cx="1625626" cy="2042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79B5F-BE47-4808-9470-2B32A04EA64D}">
      <dsp:nvSpPr>
        <dsp:cNvPr id="0" name=""/>
        <dsp:cNvSpPr/>
      </dsp:nvSpPr>
      <dsp:spPr>
        <a:xfrm>
          <a:off x="0" y="10945"/>
          <a:ext cx="3865828" cy="2878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l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 smtClean="0"/>
            <a:t>var queryObj = querystring.parse(</a:t>
          </a:r>
          <a:r>
            <a:rPr lang="en-US" sz="1200" kern="1200" dirty="0" err="1" smtClean="0"/>
            <a:t>url.parse</a:t>
          </a:r>
          <a:r>
            <a:rPr lang="en-US" sz="1200" kern="1200" dirty="0" smtClean="0"/>
            <a:t>(req.url).query)</a:t>
          </a:r>
          <a:endParaRPr lang="zh-CN" sz="1200" kern="1200" dirty="0"/>
        </a:p>
      </dsp:txBody>
      <dsp:txXfrm>
        <a:off x="14050" y="24995"/>
        <a:ext cx="3837728" cy="25971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69771C-9135-461B-837D-B26C8D8E9334}">
      <dsp:nvSpPr>
        <dsp:cNvPr id="0" name=""/>
        <dsp:cNvSpPr/>
      </dsp:nvSpPr>
      <dsp:spPr>
        <a:xfrm>
          <a:off x="0" y="0"/>
          <a:ext cx="2365973" cy="4563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console.log(</a:t>
          </a:r>
          <a:r>
            <a:rPr lang="en-US" sz="1000" kern="1200" dirty="0" err="1" smtClean="0"/>
            <a:t>req.headers.cookie</a:t>
          </a:r>
          <a:r>
            <a:rPr lang="en-US" sz="1000" kern="1200" dirty="0" smtClean="0"/>
            <a:t>);</a:t>
          </a:r>
        </a:p>
        <a:p>
          <a:pPr lvl="0" algn="l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err="1" smtClean="0"/>
            <a:t>parseCookie</a:t>
          </a:r>
          <a:r>
            <a:rPr lang="en-US" sz="1000" kern="1200" dirty="0" smtClean="0"/>
            <a:t>(</a:t>
          </a:r>
          <a:r>
            <a:rPr lang="en-US" sz="1000" kern="1200" dirty="0" err="1" smtClean="0"/>
            <a:t>req,res</a:t>
          </a:r>
          <a:r>
            <a:rPr lang="en-US" sz="1000" kern="1200" dirty="0" smtClean="0"/>
            <a:t>);</a:t>
          </a:r>
          <a:endParaRPr lang="zh-CN" sz="1000" kern="1200" dirty="0"/>
        </a:p>
      </dsp:txBody>
      <dsp:txXfrm>
        <a:off x="22275" y="22275"/>
        <a:ext cx="2321423" cy="4117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7999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31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9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206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41925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84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32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2539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3956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8304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39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11B6-8EF3-449F-8C94-6ED1E7B0B880}" type="datetimeFigureOut">
              <a:rPr lang="zh-CN" altLang="en-US" smtClean="0"/>
              <a:t>2018/11/23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A2D4E-9E20-4A5C-9B31-8FAA7B2C42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9118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488888"/>
            <a:ext cx="12192000" cy="1901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2825831980"/>
              </p:ext>
            </p:extLst>
          </p:nvPr>
        </p:nvGraphicFramePr>
        <p:xfrm>
          <a:off x="715225" y="986830"/>
          <a:ext cx="2263367" cy="55678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图示 14"/>
          <p:cNvGraphicFramePr/>
          <p:nvPr>
            <p:extLst>
              <p:ext uri="{D42A27DB-BD31-4B8C-83A1-F6EECF244321}">
                <p14:modId xmlns:p14="http://schemas.microsoft.com/office/powerpoint/2010/main" val="309625632"/>
              </p:ext>
            </p:extLst>
          </p:nvPr>
        </p:nvGraphicFramePr>
        <p:xfrm>
          <a:off x="3141553" y="676752"/>
          <a:ext cx="950614" cy="11452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7" name="图示 16"/>
          <p:cNvGraphicFramePr/>
          <p:nvPr>
            <p:extLst>
              <p:ext uri="{D42A27DB-BD31-4B8C-83A1-F6EECF244321}">
                <p14:modId xmlns:p14="http://schemas.microsoft.com/office/powerpoint/2010/main" val="2419956801"/>
              </p:ext>
            </p:extLst>
          </p:nvPr>
        </p:nvGraphicFramePr>
        <p:xfrm>
          <a:off x="3132498" y="1788063"/>
          <a:ext cx="1647731" cy="488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2" name="图示 21"/>
          <p:cNvGraphicFramePr/>
          <p:nvPr>
            <p:extLst>
              <p:ext uri="{D42A27DB-BD31-4B8C-83A1-F6EECF244321}">
                <p14:modId xmlns:p14="http://schemas.microsoft.com/office/powerpoint/2010/main" val="3190549076"/>
              </p:ext>
            </p:extLst>
          </p:nvPr>
        </p:nvGraphicFramePr>
        <p:xfrm>
          <a:off x="3132501" y="2263368"/>
          <a:ext cx="3865828" cy="298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3816953739"/>
              </p:ext>
            </p:extLst>
          </p:nvPr>
        </p:nvGraphicFramePr>
        <p:xfrm>
          <a:off x="3102320" y="2614251"/>
          <a:ext cx="2365973" cy="4729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</p:spTree>
    <p:extLst>
      <p:ext uri="{BB962C8B-B14F-4D97-AF65-F5344CB8AC3E}">
        <p14:creationId xmlns:p14="http://schemas.microsoft.com/office/powerpoint/2010/main" val="1737810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</TotalTime>
  <Words>60</Words>
  <Application>Microsoft Office PowerPoint</Application>
  <PresentationFormat>宽屏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>ncse.com.cn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14</cp:revision>
  <dcterms:created xsi:type="dcterms:W3CDTF">2018-11-22T03:26:34Z</dcterms:created>
  <dcterms:modified xsi:type="dcterms:W3CDTF">2018-11-23T06:19:15Z</dcterms:modified>
</cp:coreProperties>
</file>